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Inter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6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1806029"/>
            <a:ext cx="6096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609600" y="2148929"/>
            <a:ext cx="10101262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Zero Trust Cryptographic Confinement for AI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09600" y="371847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Demo 1: Design Proposal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09600" y="4547145"/>
            <a:ext cx="44886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TEAM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4823370"/>
            <a:ext cx="44886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Bharath, Kim, Mabelle, Mitchell, Youwei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810125" y="4547145"/>
            <a:ext cx="4286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MENTOR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810125" y="4823370"/>
            <a:ext cx="4286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Dr. Charles Munson (MIT Lincoln Lab)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609600" y="2362200"/>
            <a:ext cx="5238750" cy="3057525"/>
          </a:xfrm>
          <a:prstGeom prst="roundRect">
            <a:avLst>
              <a:gd fmla="val 498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6305550" y="2343150"/>
            <a:ext cx="5276850" cy="3095625"/>
          </a:xfrm>
          <a:prstGeom prst="roundRect">
            <a:avLst>
              <a:gd fmla="val 4923" name="adj"/>
            </a:avLst>
          </a:prstGeom>
          <a:solidFill>
            <a:srgbClr val="F0F9FF"/>
          </a:solidFill>
          <a:ln cap="flat" cmpd="sng" w="1905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28194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1800" y="28194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Vulnerability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66800" y="3505200"/>
            <a:ext cx="56757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Failed Perimeters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66800" y="3981450"/>
            <a:ext cx="540543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Static RBAC policies bypassed easily.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66800" y="4410075"/>
            <a:ext cx="4419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Semantic manipulation overrides gateways.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781800" y="3505200"/>
            <a:ext cx="5410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Actuator Space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81800" y="3981450"/>
            <a:ext cx="540543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Isolated execution environments.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781800" y="4410075"/>
            <a:ext cx="4419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Cryptographically enforced human quorum.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609600" y="609600"/>
            <a:ext cx="5113139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System Architecture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772650" y="847725"/>
            <a:ext cx="22621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End-to-End Pipeline</a:t>
            </a:r>
            <a:endParaRPr/>
          </a:p>
        </p:txBody>
      </p:sp>
      <p:pic>
        <p:nvPicPr>
          <p:cNvPr id="112" name="Google Shape;11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3714" y="1557925"/>
            <a:ext cx="9944575" cy="417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/>
          <p:nvPr/>
        </p:nvSpPr>
        <p:spPr>
          <a:xfrm>
            <a:off x="609600" y="2743200"/>
            <a:ext cx="3454449" cy="2295525"/>
          </a:xfrm>
          <a:prstGeom prst="roundRect">
            <a:avLst>
              <a:gd fmla="val 497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4368849" y="2743200"/>
            <a:ext cx="3454449" cy="2295525"/>
          </a:xfrm>
          <a:prstGeom prst="roundRect">
            <a:avLst>
              <a:gd fmla="val 497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8128099" y="2743200"/>
            <a:ext cx="3454449" cy="2295525"/>
          </a:xfrm>
          <a:prstGeom prst="roundRect">
            <a:avLst>
              <a:gd fmla="val 497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914400" y="312420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4673649" y="312420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8432899" y="312420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Zero Trust Hand-off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771525" y="3124200"/>
            <a:ext cx="742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14400" y="3810000"/>
            <a:ext cx="3733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Agent Confinement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14400" y="4200525"/>
            <a:ext cx="294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Nono 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sandbox isolates base resources.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530774" y="3124200"/>
            <a:ext cx="742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4673649" y="3810000"/>
            <a:ext cx="3733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Distributed Auth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4673649" y="4200525"/>
            <a:ext cx="294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EMILIA 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Gate enforces multisig quorum.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290024" y="3124200"/>
            <a:ext cx="742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432899" y="3810000"/>
            <a:ext cx="37338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Attested Execution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432899" y="4200525"/>
            <a:ext cx="294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Keylime 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verifies hardware integrity.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8600" y="228600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352514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413589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477170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609600" y="1799332"/>
            <a:ext cx="6477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CORE TECHNICAL CHALLENGE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09600" y="2151757"/>
            <a:ext cx="5540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Secure Cross-System Integration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62025" y="3477517"/>
            <a:ext cx="612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Integrating Nono, Emilia, and Keylime into zero-trust pipeline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962025" y="4088268"/>
            <a:ext cx="492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Authorization must be cryptographically verifiable before execution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962025" y="4724077"/>
            <a:ext cx="612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Execution</a:t>
            </a:r>
            <a:r>
              <a:rPr b="1" lang="en-US" sz="18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 must occur only on a successfully attested actuator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/>
          <p:nvPr/>
        </p:nvSpPr>
        <p:spPr>
          <a:xfrm>
            <a:off x="609600" y="3257550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4343400" y="3257550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8077200" y="3257550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609600" y="320040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4343400" y="320040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8077200" y="320040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Verifiable Milestones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09600" y="3524250"/>
            <a:ext cx="438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Demo 2 — Oct 21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09600" y="3829050"/>
            <a:ext cx="460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Infrastructure + Authorization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09600" y="4219575"/>
            <a:ext cx="360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MOC VMs running with Keylime Agent attestation.</a:t>
            </a:r>
            <a:endParaRPr b="0" i="0" sz="1500" u="none" cap="none" strike="noStrik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Emilia Gate successfully 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intercepting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requests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4343400" y="3524250"/>
            <a:ext cx="438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Demo 3 — Nov 16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4343400" y="3829050"/>
            <a:ext cx="460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Real Agent + Human &amp; Handoff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4343400" y="4219575"/>
            <a:ext cx="360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Nono confined agent requests deployment with human authorization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Authorization -&gt; Keylime Attestation handoff functions correctly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8077200" y="352425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Final — Dec 09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8077200" y="3829050"/>
            <a:ext cx="41148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End-to-End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8077200" y="4219575"/>
            <a:ext cx="3600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Full cryptographic handoff executed automatically.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/>
          <p:nvPr/>
        </p:nvSpPr>
        <p:spPr>
          <a:xfrm>
            <a:off x="3009900" y="3224212"/>
            <a:ext cx="2857500" cy="1524000"/>
          </a:xfrm>
          <a:prstGeom prst="roundRect">
            <a:avLst>
              <a:gd fmla="val 75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6324600" y="3224212"/>
            <a:ext cx="2857500" cy="1524000"/>
          </a:xfrm>
          <a:prstGeom prst="roundRect">
            <a:avLst>
              <a:gd fmla="val 75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0" y="352901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00950" y="35290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3133129" y="1271587"/>
            <a:ext cx="592574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Measuring Success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1333500" y="2062162"/>
            <a:ext cx="9525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functional pipeline where an AI request is paused, signed by a multisig quorum, and securely deployed.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208984" y="5357812"/>
            <a:ext cx="17740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3033712" y="3986212"/>
            <a:ext cx="2809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Authorized tasks execute.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348412" y="3986212"/>
            <a:ext cx="2809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Unauthorized tasks blocked.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